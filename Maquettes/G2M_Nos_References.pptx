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la page références : diversité sectorielle et confiance.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des secteurs accompagnés par G2M.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première moitié des entreprises accompagnées.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seconde moitié des entreprises accompagnées.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4 raisons de confiance des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méthodologie et l'écosystème G2M.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 à l'action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1424">
                  <a:alpha val="100000"/>
                </a:srgbClr>
              </a:gs>
              <a:gs pos="55000">
                <a:srgbClr val="0D1B30">
                  <a:alpha val="100000"/>
                </a:srgbClr>
              </a:gs>
              <a:gs pos="100000">
                <a:srgbClr val="0F203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915721" y="2955578"/>
            <a:ext cx="2456483" cy="457200"/>
          </a:xfrm>
          <a:prstGeom prst="roundRect">
            <a:avLst>
              <a:gd name="adj" fmla="val 50000"/>
            </a:avLst>
          </a:prstGeom>
          <a:solidFill>
            <a:srgbClr val="14B8A6">
              <a:alpha val="12000"/>
            </a:srgbClr>
          </a:solidFill>
          <a:ln w="9525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6696" y="3060353"/>
            <a:ext cx="20945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RÉFÉRENCES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652616" y="3755678"/>
            <a:ext cx="12982768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3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 entreprises qui nous font confiance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57550" y="4692923"/>
            <a:ext cx="117729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AEB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l'industrie au conseil, en passant par la formation et la construction : la diversité des secteurs accompagnés par G2M dans leurs projets Data &amp; IA.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64212" y="6369323"/>
            <a:ext cx="2492499" cy="719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64212" y="7107510"/>
            <a:ext cx="249249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accompagnées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3178" y="6369323"/>
            <a:ext cx="1704722" cy="719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3178" y="7107510"/>
            <a:ext cx="170472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Secteurs d'activité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87521" y="6369323"/>
            <a:ext cx="2643113" cy="719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587521" y="7107510"/>
            <a:ext cx="264311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d'accompagnement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190" y="3459956"/>
            <a:ext cx="6667619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expertise multisectorielle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748087" y="4188619"/>
            <a:ext cx="107918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G2M accompagne des entreprises de toutes tailles, issues de secteurs d'activité variés, dans leurs enjeux Data &amp; IA.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3728219" y="5541169"/>
            <a:ext cx="2841054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99928" y="5722144"/>
            <a:ext cx="22976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BTP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740723" y="5541169"/>
            <a:ext cx="1624757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16948" y="5722144"/>
            <a:ext cx="10723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536930" y="5541169"/>
            <a:ext cx="1816447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13155" y="5722144"/>
            <a:ext cx="12639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Ferroviaire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524827" y="5541169"/>
            <a:ext cx="2390775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052" y="5722144"/>
            <a:ext cx="183832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&amp; RH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087052" y="5541169"/>
            <a:ext cx="1472729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63277" y="5722144"/>
            <a:ext cx="92027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338441" y="6365081"/>
            <a:ext cx="2821632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0442" y="6546056"/>
            <a:ext cx="22776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graphique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31523" y="6365081"/>
            <a:ext cx="2618036" cy="652463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9525">
            <a:solidFill>
              <a:srgbClr val="E6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6578" y="6546056"/>
            <a:ext cx="20679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&amp; Bien-être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4055" y="857250"/>
            <a:ext cx="6919816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entreprises accompagnées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528879" y="1528763"/>
            <a:ext cx="11230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référence présente son secteur d'activité et le type d'accompagnement réalisé par G2M.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075" y="2802731"/>
            <a:ext cx="95250" cy="9525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552575" y="2667000"/>
            <a:ext cx="104209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VIZCAB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620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8" name="Text 6"/>
          <p:cNvSpPr/>
          <p:nvPr/>
        </p:nvSpPr>
        <p:spPr>
          <a:xfrm>
            <a:off x="13620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620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Décarbonation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620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620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Data &amp; 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41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48475" y="2802731"/>
            <a:ext cx="95250" cy="9525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038975" y="2667000"/>
            <a:ext cx="138556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 Eco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8484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484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84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&amp; Marchés publics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484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84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Data &amp; 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0205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334875" y="2802731"/>
            <a:ext cx="95250" cy="952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5375" y="2667000"/>
            <a:ext cx="10592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Haulity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3348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24" name="Text 22"/>
          <p:cNvSpPr/>
          <p:nvPr/>
        </p:nvSpPr>
        <p:spPr>
          <a:xfrm>
            <a:off x="123348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348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Ferroviaire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348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348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77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62075" y="5493544"/>
            <a:ext cx="95250" cy="9525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1552575" y="5357813"/>
            <a:ext cx="328944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Concept &amp; Impression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3620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32" name="Text 30"/>
          <p:cNvSpPr/>
          <p:nvPr/>
        </p:nvSpPr>
        <p:spPr>
          <a:xfrm>
            <a:off x="13620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620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graphique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620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620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 • Formation IA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41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475" y="5493544"/>
            <a:ext cx="95250" cy="9525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8" name="Text 36"/>
          <p:cNvSpPr/>
          <p:nvPr/>
        </p:nvSpPr>
        <p:spPr>
          <a:xfrm>
            <a:off x="7038975" y="5357813"/>
            <a:ext cx="197181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EstheService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68484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40" name="Text 38"/>
          <p:cNvSpPr/>
          <p:nvPr/>
        </p:nvSpPr>
        <p:spPr>
          <a:xfrm>
            <a:off x="68484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484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Chirurgie esthétique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484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484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Data &amp; IA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20205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334875" y="5493544"/>
            <a:ext cx="95250" cy="952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6" name="Text 44"/>
          <p:cNvSpPr/>
          <p:nvPr/>
        </p:nvSpPr>
        <p:spPr>
          <a:xfrm>
            <a:off x="12525375" y="5357813"/>
            <a:ext cx="283653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Wall Street English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23348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48" name="Text 46"/>
          <p:cNvSpPr/>
          <p:nvPr/>
        </p:nvSpPr>
        <p:spPr>
          <a:xfrm>
            <a:off x="123348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3348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23348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348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4055" y="857250"/>
            <a:ext cx="6919816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entreprises accompagnées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51804" y="1528763"/>
            <a:ext cx="63843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diversité de secteurs, un même niveau d'exigence.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075" y="2802731"/>
            <a:ext cx="95250" cy="9525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552575" y="2667000"/>
            <a:ext cx="169866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Gestemploi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620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8" name="Text 6"/>
          <p:cNvSpPr/>
          <p:nvPr/>
        </p:nvSpPr>
        <p:spPr>
          <a:xfrm>
            <a:off x="13620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620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humaines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620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620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41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48475" y="2802731"/>
            <a:ext cx="95250" cy="9525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7038975" y="2667000"/>
            <a:ext cx="174859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GST Conseil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8484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484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84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484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84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020550" y="2352675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334875" y="2802731"/>
            <a:ext cx="95250" cy="9525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5375" y="2667000"/>
            <a:ext cx="119010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SDH FER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334875" y="3224213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24" name="Text 22"/>
          <p:cNvSpPr/>
          <p:nvPr/>
        </p:nvSpPr>
        <p:spPr>
          <a:xfrm>
            <a:off x="12334875" y="3424238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34875" y="3643313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Ferroviaire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34875" y="40195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34875" y="42386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 • Formation IA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77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62075" y="5493544"/>
            <a:ext cx="95250" cy="95250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30" name="Text 28"/>
          <p:cNvSpPr/>
          <p:nvPr/>
        </p:nvSpPr>
        <p:spPr>
          <a:xfrm>
            <a:off x="1552575" y="5357813"/>
            <a:ext cx="82287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Rexia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3620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32" name="Text 30"/>
          <p:cNvSpPr/>
          <p:nvPr/>
        </p:nvSpPr>
        <p:spPr>
          <a:xfrm>
            <a:off x="13620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620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620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620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IA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41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475" y="5493544"/>
            <a:ext cx="95250" cy="9525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8" name="Text 36"/>
          <p:cNvSpPr/>
          <p:nvPr/>
        </p:nvSpPr>
        <p:spPr>
          <a:xfrm>
            <a:off x="7038975" y="5357813"/>
            <a:ext cx="279094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ABMR Menuiseries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68484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40" name="Text 38"/>
          <p:cNvSpPr/>
          <p:nvPr/>
        </p:nvSpPr>
        <p:spPr>
          <a:xfrm>
            <a:off x="68484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484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Menuiserie &amp; BTP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484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484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IA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2020550" y="5043488"/>
            <a:ext cx="5219700" cy="2424113"/>
          </a:xfrm>
          <a:prstGeom prst="roundRect">
            <a:avLst>
              <a:gd name="adj" fmla="val 7859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171450" dist="38100" dir="5400000">
              <a:srgbClr val="101828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334875" y="5493544"/>
            <a:ext cx="95250" cy="952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6" name="Text 44"/>
          <p:cNvSpPr/>
          <p:nvPr/>
        </p:nvSpPr>
        <p:spPr>
          <a:xfrm>
            <a:off x="12525375" y="5357813"/>
            <a:ext cx="292486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Boivin Garde-Corps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2334875" y="5915025"/>
            <a:ext cx="4591050" cy="9525"/>
          </a:xfrm>
          <a:prstGeom prst="rect">
            <a:avLst/>
          </a:prstGeom>
          <a:solidFill>
            <a:srgbClr val="E6EBF2"/>
          </a:solidFill>
          <a:ln/>
        </p:spPr>
      </p:sp>
      <p:sp>
        <p:nvSpPr>
          <p:cNvPr id="48" name="Text 46"/>
          <p:cNvSpPr/>
          <p:nvPr/>
        </p:nvSpPr>
        <p:spPr>
          <a:xfrm>
            <a:off x="12334875" y="6115050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D'ACTIVITÉ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334875" y="6334125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métallique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2334875" y="6710363"/>
            <a:ext cx="5050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8E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RÉALISÉ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34875" y="6929438"/>
            <a:ext cx="50501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IA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730" y="2905125"/>
            <a:ext cx="918246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nos clients nous font confiance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370435" y="3595688"/>
            <a:ext cx="95471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méthode claire et un accompagnement pensé pour chaque secteur d'activité.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4495800"/>
            <a:ext cx="3848100" cy="3076575"/>
          </a:xfrm>
          <a:prstGeom prst="roundRect">
            <a:avLst>
              <a:gd name="adj" fmla="val 6192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95250" dist="19050" dir="5400000">
              <a:srgbClr val="101828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48863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04950" y="50482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343025" y="5648325"/>
            <a:ext cx="3355277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Expertise sectorielle reconnue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3025" y="6324600"/>
            <a:ext cx="33552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connaissance fine des enjeux métiers propres à chaque secteur d'activité.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62550" y="4495800"/>
            <a:ext cx="3848100" cy="3076575"/>
          </a:xfrm>
          <a:prstGeom prst="roundRect">
            <a:avLst>
              <a:gd name="adj" fmla="val 6192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95250" dist="19050" dir="5400000">
              <a:srgbClr val="101828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7825" y="48863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19750" y="5048250"/>
            <a:ext cx="209550" cy="2095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457825" y="5648325"/>
            <a:ext cx="3355277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Accompagnement sur mesure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7825" y="6324600"/>
            <a:ext cx="33552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Diagnostic, développement ou formation : un parcours adapté à chaque besoin.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77350" y="4495800"/>
            <a:ext cx="3848100" cy="3076575"/>
          </a:xfrm>
          <a:prstGeom prst="roundRect">
            <a:avLst>
              <a:gd name="adj" fmla="val 6192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95250" dist="19050" dir="5400000">
              <a:srgbClr val="101828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2625" y="48863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34550" y="5048250"/>
            <a:ext cx="209550" cy="209550"/>
          </a:xfrm>
          <a:prstGeom prst="roundRect">
            <a:avLst>
              <a:gd name="adj" fmla="val 9091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9572625" y="5648325"/>
            <a:ext cx="35833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méthode éprouvée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72625" y="6034088"/>
            <a:ext cx="33552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approche structurée, du diagnostic à la mise en production des projets.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392150" y="4495800"/>
            <a:ext cx="3848100" cy="3076575"/>
          </a:xfrm>
          <a:prstGeom prst="roundRect">
            <a:avLst>
              <a:gd name="adj" fmla="val 6192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95250" dist="19050" dir="5400000">
              <a:srgbClr val="101828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687425" y="48863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849350" y="5048250"/>
            <a:ext cx="209550" cy="2095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13687425" y="5648325"/>
            <a:ext cx="35833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partenaire de proximité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87425" y="6034088"/>
            <a:ext cx="335527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suivi humain et réactif, dans la durée, au-delà de la livraison du projet.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1B30">
                  <a:alpha val="100000"/>
                </a:srgbClr>
              </a:gs>
              <a:gs pos="100000">
                <a:srgbClr val="0F203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5923564" y="3748087"/>
            <a:ext cx="644079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écosystème de confiance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57550" y="4495800"/>
            <a:ext cx="117729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AEB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méthodologie éprouvée et un réseau de partenaires qui garantissent la qualité de chaque accompagnement.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499940" y="5848350"/>
            <a:ext cx="2971874" cy="690563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737" y="6048375"/>
            <a:ext cx="239428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Data &amp; 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662315" y="5848350"/>
            <a:ext cx="3549625" cy="690563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2445" y="6048375"/>
            <a:ext cx="29893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Data &amp; IA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02440" y="5848350"/>
            <a:ext cx="2096914" cy="690563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7715" y="6048375"/>
            <a:ext cx="15063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IA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689854" y="5848350"/>
            <a:ext cx="4098206" cy="690563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61756" y="6048375"/>
            <a:ext cx="35544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6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sur-mesure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587" y="3879056"/>
            <a:ext cx="10514826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Vous aussi, faites confiance à G2M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124623" y="4855369"/>
            <a:ext cx="100387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AEB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Parlons de vos enjeux Data &amp; IA et construisons ensemble votre projet.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91437" y="5674519"/>
            <a:ext cx="4105126" cy="733425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525160" y="5884069"/>
            <a:ext cx="3237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Discutons de votre projet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2026-07-21T09:55:41Z</dcterms:created>
  <dcterms:modified xsi:type="dcterms:W3CDTF">2026-07-21T09:55:41Z</dcterms:modified>
</cp:coreProperties>
</file>