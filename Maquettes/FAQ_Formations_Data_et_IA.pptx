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466850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F3F5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Les réponses à vos questions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143000" y="1919288"/>
            <a:ext cx="117729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9BA6B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Vous avez des questions sur nos formations ? Retrouvez ici les réponses aux interrogations les plus fréquentes pour vous accompagner dans votre choix.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3095774"/>
            <a:ext cx="16002000" cy="9525"/>
          </a:xfrm>
          <a:prstGeom prst="rect">
            <a:avLst/>
          </a:prstGeom>
          <a:solidFill>
            <a:srgbClr val="2B343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3486299"/>
            <a:ext cx="157162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CEF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Faut-il avoir des connaissances techniques pour suivre la formation 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43000" y="4010174"/>
            <a:ext cx="13735050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67"/>
              </a:lnSpc>
              <a:buNone/>
            </a:pPr>
            <a:r>
              <a:rPr lang="en-US" sz="1950" dirty="0">
                <a:solidFill>
                  <a:srgbClr val="A5AFB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Non. Aucun prérequis technique n'est nécessaire pour suivre nos formations d'initiation. Les contenus sont conçus pour rendre la Data et l'IA accessibles, compréhensibles et directement applicables aux réalités de votre entreprise.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143000" y="5183535"/>
            <a:ext cx="16002000" cy="9525"/>
          </a:xfrm>
          <a:prstGeom prst="rect">
            <a:avLst/>
          </a:prstGeom>
          <a:solidFill>
            <a:srgbClr val="2B343D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5574060"/>
            <a:ext cx="157162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CEF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Les formations peuvent-elles être adaptées aux besoins de notre entreprise 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6097935"/>
            <a:ext cx="13735050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67"/>
              </a:lnSpc>
              <a:buNone/>
            </a:pPr>
            <a:r>
              <a:rPr lang="en-US" sz="1950" dirty="0">
                <a:solidFill>
                  <a:srgbClr val="A5AFB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Oui. Les programmes peuvent être personnalisés en fonction de votre secteur d'activité, des métiers concernés, du niveau des participants et des cas d'usage propres à votre organisation. Les formats « Initiation IA &amp; Data sur mesure » et « Parcours plus approfondi » sont spécifiquement conçus pour répondre aux besoins propres à chaque entreprise.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4293915"/>
            <a:ext cx="16002000" cy="9525"/>
          </a:xfrm>
          <a:prstGeom prst="rect">
            <a:avLst/>
          </a:prstGeom>
          <a:solidFill>
            <a:srgbClr val="2B343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684440"/>
            <a:ext cx="157162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CEF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Les formations sont-elles proposées en présentiel ou à distance 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43000" y="5246415"/>
            <a:ext cx="13735050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7333"/>
              </a:lnSpc>
              <a:buNone/>
            </a:pPr>
            <a:r>
              <a:rPr lang="en-US" sz="1950" dirty="0">
                <a:solidFill>
                  <a:srgbClr val="A5AFB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Les formations peuvent être organisées dans vos locaux ou à distance, selon vos besoins et les disponibilités de vos équipes. Les modalités sont définies avec vous en amont afin de proposer un format adapté à votre organisation.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3960540"/>
            <a:ext cx="16002000" cy="9525"/>
          </a:xfrm>
          <a:prstGeom prst="rect">
            <a:avLst/>
          </a:prstGeom>
          <a:solidFill>
            <a:srgbClr val="2B343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351065"/>
            <a:ext cx="157162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CEF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Quels sont les thèmes abordés lors des formations Data &amp; IA 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43000" y="4913040"/>
            <a:ext cx="13735050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7333"/>
              </a:lnSpc>
              <a:buNone/>
            </a:pPr>
            <a:r>
              <a:rPr lang="en-US" sz="1950" dirty="0">
                <a:solidFill>
                  <a:srgbClr val="A5AFB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Pour découvrir l'ensemble des thématiques abordées ainsi que toutes les informations relatives au contenu et au programme de formation, vous pouvez consulter notre programme de formation détaillé.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43000" y="6135960"/>
            <a:ext cx="522545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5B9D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Voir notre programme de formation détaillé</a:t>
            </a:r>
            <a:endParaRPr lang="en-US" sz="1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49603" y="6193110"/>
            <a:ext cx="228600" cy="171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2026-07-15T13:17:53Z</dcterms:created>
  <dcterms:modified xsi:type="dcterms:W3CDTF">2026-07-15T13:17:53Z</dcterms:modified>
</cp:coreProperties>
</file>